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6" autoAdjust="0"/>
    <p:restoredTop sz="94660"/>
  </p:normalViewPr>
  <p:slideViewPr>
    <p:cSldViewPr snapToGrid="0">
      <p:cViewPr>
        <p:scale>
          <a:sx n="75" d="100"/>
          <a:sy n="75" d="100"/>
        </p:scale>
        <p:origin x="1950" y="5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17F86-269E-C6EB-5EFD-752FC49F82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75B0B3-161C-C2D1-DC76-A0EAB8D42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DFB5E-5C86-A60C-0CE4-3CE979329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D612-09A2-42FE-A392-9151FE1478CA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BD6A1-7B1F-7198-F4E1-EC2A5733F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0F81B-A978-7534-ECEA-ADE275780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BE1C-7DEC-4F9A-BDBA-4D1E24C8C3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49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34DB9-A527-1D19-7ADD-3EABD1A03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1FE81-D67F-44E9-D63F-EC54A881E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5722B-4265-8952-304C-9226D010E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D612-09A2-42FE-A392-9151FE1478CA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FD1819-5912-EC14-D23D-FDE1A4666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D7234D-0979-4D0B-3012-4744AE29B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BE1C-7DEC-4F9A-BDBA-4D1E24C8C3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7890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695BE-733C-DB4D-E90E-1B094D2F2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04ABA-170F-EBBB-FDE7-25C6C1B80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EBDF1-5A7F-AEA6-6058-E7DCE2F94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D612-09A2-42FE-A392-9151FE1478CA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76F72-D8E6-7036-8D2B-C2BA85B25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567D1-5C75-B8C1-89E1-494ABEE2C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BE1C-7DEC-4F9A-BDBA-4D1E24C8C3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8677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95CA6-59AC-BBA2-66DD-EDF8CE475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A151C-8E95-2F52-BD7F-4DA37B1CF2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08B71-2DB7-8FE5-6D63-623B293FED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9F652-E834-19B0-5F6A-7058DC2F8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D612-09A2-42FE-A392-9151FE1478CA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01CB0A-96AC-E431-3E30-88262BE74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F925F-613A-84E6-1C2F-F36A6E81D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BE1C-7DEC-4F9A-BDBA-4D1E24C8C3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30588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ABCE7-EA75-768C-2709-33FF49C22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EECEA9-A3C5-3AFA-D296-667187C00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51BCD-B182-E37C-2D8A-688693A7E0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667F17-E270-DE21-6540-99327C1D70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95BAC-1199-E5C8-F109-59E4157BF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1F4032-1CD3-FC69-546B-3CF38D947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D612-09A2-42FE-A392-9151FE1478CA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C138F5-D174-AE83-B73B-6F6498CAD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0DA9A6-5C21-067E-BB77-4FCF39E9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BE1C-7DEC-4F9A-BDBA-4D1E24C8C3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6537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C1639-8BBC-1C89-237E-0C4AC693D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504B16-5FEE-5BCA-4F0F-0AC4D71B5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D612-09A2-42FE-A392-9151FE1478CA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AB9B56-D7FC-6310-8020-53D27513F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60B879-3268-C26F-94D6-369352B9A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BE1C-7DEC-4F9A-BDBA-4D1E24C8C3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9212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7BA9BD-2E24-EE57-BE7F-089584A61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D612-09A2-42FE-A392-9151FE1478CA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F22E0D-CE41-70D8-C51F-C43B313BF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7358D-F991-7D96-9446-1DE2E9D3F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BE1C-7DEC-4F9A-BDBA-4D1E24C8C3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5356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9E0A8-08B3-7CB7-9EBD-DE4BAE1CB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2F050-067A-B3BC-6AD0-CE8974229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8EC94C-13B5-C3B9-FB56-8AC3FD815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A0440E-4255-AE80-39B9-B63C786EA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D612-09A2-42FE-A392-9151FE1478CA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3BFFAC-2B77-C4DB-2D11-4D70D3E9A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AA791C-34E5-8135-E64F-4FA5F0B36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BE1C-7DEC-4F9A-BDBA-4D1E24C8C3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88045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B012C-D7BA-E53D-C72A-F66E0152F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0145A6-3255-4D89-26FE-032912BF15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5BC539-3714-4515-0218-76692534CC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76570C-228C-E49E-8B0C-469B5FEA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D612-09A2-42FE-A392-9151FE1478CA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28B190-F9A7-D404-06FA-19A6B690C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72FE3-5CD8-2CC7-A735-B857D93EE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BE1C-7DEC-4F9A-BDBA-4D1E24C8C3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07323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264F5-3894-21A8-9060-8C02B42B9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857F7E-A71F-8B64-D993-D7D77DA34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27C10C-9C8B-67FE-623E-C050643A8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D612-09A2-42FE-A392-9151FE1478CA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A51E9-2AD4-3C95-8770-930D8DAEA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12E9B2-8959-7F7C-FDFB-5655A3E02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BE1C-7DEC-4F9A-BDBA-4D1E24C8C3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94561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A929C1-DF26-0A25-1B4E-71D088CE0B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47B649-82A5-28AD-3808-FC77044A75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A53E66-D81F-4B2F-78A8-4F3DF3650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5D612-09A2-42FE-A392-9151FE1478CA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8987E4-1020-7CA3-2879-57F9177F5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60412-4BA7-A7FD-B907-BE5314017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BE1C-7DEC-4F9A-BDBA-4D1E24C8C3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4885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80B04F-6714-5518-0E65-83566901D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DAB7A-08A9-ECAF-9C82-1802EC80D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B10659-3A29-9A13-CF59-01FD9ABFE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35D612-09A2-42FE-A392-9151FE1478CA}" type="datetimeFigureOut">
              <a:rPr kumimoji="1" lang="ja-JP" altLang="en-US" smtClean="0"/>
              <a:t>2026/7/11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10882C-E4CD-38AE-3AA6-D7D4E74FCD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9D5FE-B9CF-C01D-3181-8BA001F1D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9BE1C-7DEC-4F9A-BDBA-4D1E24C8C37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198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AC72A5B-25A7-5B64-A9DD-707DB6EF0B3C}"/>
              </a:ext>
            </a:extLst>
          </p:cNvPr>
          <p:cNvSpPr/>
          <p:nvPr/>
        </p:nvSpPr>
        <p:spPr>
          <a:xfrm>
            <a:off x="1005840" y="2465647"/>
            <a:ext cx="2624328" cy="125272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88715743-4C2A-2331-076D-416C81D0E4CF}"/>
              </a:ext>
            </a:extLst>
          </p:cNvPr>
          <p:cNvSpPr/>
          <p:nvPr/>
        </p:nvSpPr>
        <p:spPr>
          <a:xfrm rot="19084917">
            <a:off x="9145" y="2922947"/>
            <a:ext cx="4617720" cy="4617720"/>
          </a:xfrm>
          <a:prstGeom prst="arc">
            <a:avLst>
              <a:gd name="adj1" fmla="val 17155046"/>
              <a:gd name="adj2" fmla="val 20321333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2334233-0F36-85C8-934D-1DF50C9AA95B}"/>
              </a:ext>
            </a:extLst>
          </p:cNvPr>
          <p:cNvSpPr/>
          <p:nvPr/>
        </p:nvSpPr>
        <p:spPr>
          <a:xfrm rot="21144168">
            <a:off x="1772539" y="2626865"/>
            <a:ext cx="73152" cy="237744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C3D6D3-705E-F27E-2D3A-F574A5AA3197}"/>
              </a:ext>
            </a:extLst>
          </p:cNvPr>
          <p:cNvSpPr txBox="1"/>
          <p:nvPr/>
        </p:nvSpPr>
        <p:spPr>
          <a:xfrm>
            <a:off x="1990090" y="3132016"/>
            <a:ext cx="7467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200" dirty="0">
                <a:solidFill>
                  <a:srgbClr val="FF0000"/>
                </a:solidFill>
              </a:rPr>
              <a:t>C#</a:t>
            </a:r>
            <a:endParaRPr kumimoji="1" lang="ja-JP" altLang="en-US" sz="3200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FE499B-A1F3-7870-9B32-8B012ADE3DE2}"/>
              </a:ext>
            </a:extLst>
          </p:cNvPr>
          <p:cNvSpPr txBox="1"/>
          <p:nvPr/>
        </p:nvSpPr>
        <p:spPr>
          <a:xfrm>
            <a:off x="1005839" y="3765498"/>
            <a:ext cx="5290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440Hz</a:t>
            </a:r>
            <a:r>
              <a:rPr kumimoji="1" lang="ja-JP" altLang="en-US" sz="2800" dirty="0"/>
              <a:t>（ここは編集可能）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F188C8-0E4F-DC13-F288-66555971B676}"/>
              </a:ext>
            </a:extLst>
          </p:cNvPr>
          <p:cNvSpPr/>
          <p:nvPr/>
        </p:nvSpPr>
        <p:spPr>
          <a:xfrm>
            <a:off x="2114550" y="4446467"/>
            <a:ext cx="45719" cy="1266004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58B6006-3464-A181-D165-4D596245FAB7}"/>
              </a:ext>
            </a:extLst>
          </p:cNvPr>
          <p:cNvSpPr/>
          <p:nvPr/>
        </p:nvSpPr>
        <p:spPr>
          <a:xfrm>
            <a:off x="1990090" y="95635"/>
            <a:ext cx="466725" cy="46672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09B625-E94B-E86A-0A28-E9199960BFAC}"/>
              </a:ext>
            </a:extLst>
          </p:cNvPr>
          <p:cNvSpPr/>
          <p:nvPr/>
        </p:nvSpPr>
        <p:spPr>
          <a:xfrm>
            <a:off x="2142489" y="248034"/>
            <a:ext cx="161925" cy="161925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29DA31-3A5E-5F5D-53BD-42FFADC2EC25}"/>
              </a:ext>
            </a:extLst>
          </p:cNvPr>
          <p:cNvSpPr/>
          <p:nvPr/>
        </p:nvSpPr>
        <p:spPr>
          <a:xfrm>
            <a:off x="1114425" y="662182"/>
            <a:ext cx="2447925" cy="106896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ここに波形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A9BD3F-C70A-3617-F027-BD784931170E}"/>
              </a:ext>
            </a:extLst>
          </p:cNvPr>
          <p:cNvSpPr txBox="1"/>
          <p:nvPr/>
        </p:nvSpPr>
        <p:spPr>
          <a:xfrm>
            <a:off x="1005839" y="1723208"/>
            <a:ext cx="26243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400" dirty="0"/>
              <a:t>ファイル名：</a:t>
            </a:r>
            <a:endParaRPr kumimoji="1" lang="ja-JP" altLang="en-US" sz="1400" dirty="0"/>
          </a:p>
        </p:txBody>
      </p:sp>
      <p:sp>
        <p:nvSpPr>
          <p:cNvPr id="18" name="Rectangle: Beveled 17">
            <a:extLst>
              <a:ext uri="{FF2B5EF4-FFF2-40B4-BE49-F238E27FC236}">
                <a16:creationId xmlns:a16="http://schemas.microsoft.com/office/drawing/2014/main" id="{089BA9BF-46B2-544B-ACB3-48E1CBDC8EA6}"/>
              </a:ext>
            </a:extLst>
          </p:cNvPr>
          <p:cNvSpPr/>
          <p:nvPr/>
        </p:nvSpPr>
        <p:spPr>
          <a:xfrm>
            <a:off x="1114425" y="1984851"/>
            <a:ext cx="752475" cy="307777"/>
          </a:xfrm>
          <a:prstGeom prst="bevel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dirty="0"/>
              <a:t>保存</a:t>
            </a:r>
          </a:p>
        </p:txBody>
      </p:sp>
      <p:sp>
        <p:nvSpPr>
          <p:cNvPr id="19" name="Rectangle: Beveled 18">
            <a:extLst>
              <a:ext uri="{FF2B5EF4-FFF2-40B4-BE49-F238E27FC236}">
                <a16:creationId xmlns:a16="http://schemas.microsoft.com/office/drawing/2014/main" id="{0E1525CC-4552-2FD0-4A8D-6CA12C33CB5F}"/>
              </a:ext>
            </a:extLst>
          </p:cNvPr>
          <p:cNvSpPr/>
          <p:nvPr/>
        </p:nvSpPr>
        <p:spPr>
          <a:xfrm>
            <a:off x="1975487" y="1984851"/>
            <a:ext cx="1586864" cy="307777"/>
          </a:xfrm>
          <a:prstGeom prst="bevel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100" dirty="0"/>
              <a:t>録音した音声を確認</a:t>
            </a: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D1B25746-4558-05F5-0170-23FBAB617B56}"/>
              </a:ext>
            </a:extLst>
          </p:cNvPr>
          <p:cNvSpPr/>
          <p:nvPr/>
        </p:nvSpPr>
        <p:spPr>
          <a:xfrm rot="5400000">
            <a:off x="1231493" y="2636912"/>
            <a:ext cx="245331" cy="217653"/>
          </a:xfrm>
          <a:prstGeom prst="triangl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258F98A-A185-5EEB-C4F1-01E37A294A5F}"/>
              </a:ext>
            </a:extLst>
          </p:cNvPr>
          <p:cNvSpPr/>
          <p:nvPr/>
        </p:nvSpPr>
        <p:spPr>
          <a:xfrm rot="16200000">
            <a:off x="3031718" y="2636912"/>
            <a:ext cx="245331" cy="217653"/>
          </a:xfrm>
          <a:prstGeom prst="triangl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F83158DF-845E-F1B5-52E2-CFF1D7637250}"/>
              </a:ext>
            </a:extLst>
          </p:cNvPr>
          <p:cNvSpPr/>
          <p:nvPr/>
        </p:nvSpPr>
        <p:spPr>
          <a:xfrm rot="19084917">
            <a:off x="1276161" y="4801446"/>
            <a:ext cx="1722496" cy="1722496"/>
          </a:xfrm>
          <a:prstGeom prst="arc">
            <a:avLst>
              <a:gd name="adj1" fmla="val 17155046"/>
              <a:gd name="adj2" fmla="val 20321333"/>
            </a:avLst>
          </a:prstGeom>
          <a:ln>
            <a:headEnd type="arrow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B960A2-8462-7272-AF22-B6FB1C89332E}"/>
              </a:ext>
            </a:extLst>
          </p:cNvPr>
          <p:cNvSpPr txBox="1"/>
          <p:nvPr/>
        </p:nvSpPr>
        <p:spPr>
          <a:xfrm>
            <a:off x="1522412" y="5821298"/>
            <a:ext cx="38039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dirty="0"/>
              <a:t>90</a:t>
            </a:r>
            <a:r>
              <a:rPr kumimoji="1" lang="ja-JP" altLang="en-US" sz="2800" dirty="0"/>
              <a:t> </a:t>
            </a:r>
            <a:r>
              <a:rPr kumimoji="1" lang="en-US" altLang="ja-JP" sz="2800" dirty="0"/>
              <a:t>BPM</a:t>
            </a:r>
          </a:p>
          <a:p>
            <a:r>
              <a:rPr kumimoji="1" lang="ja-JP" altLang="en-US" sz="2800" dirty="0"/>
              <a:t>（数値入力も可能に）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FEF82E4-2AE7-3197-7D9D-79730B153C31}"/>
              </a:ext>
            </a:extLst>
          </p:cNvPr>
          <p:cNvSpPr/>
          <p:nvPr/>
        </p:nvSpPr>
        <p:spPr>
          <a:xfrm>
            <a:off x="949540" y="5821298"/>
            <a:ext cx="404618" cy="40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ー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7C26FC4-4E72-C4DA-D2BD-4EC5803CACA0}"/>
              </a:ext>
            </a:extLst>
          </p:cNvPr>
          <p:cNvSpPr/>
          <p:nvPr/>
        </p:nvSpPr>
        <p:spPr>
          <a:xfrm>
            <a:off x="3171164" y="5821298"/>
            <a:ext cx="404618" cy="4046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/>
              <a:t>+</a:t>
            </a:r>
            <a:endParaRPr kumimoji="1" lang="ja-JP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A0BA08-5D14-C2BC-3152-5AB34A1D341C}"/>
              </a:ext>
            </a:extLst>
          </p:cNvPr>
          <p:cNvSpPr txBox="1"/>
          <p:nvPr/>
        </p:nvSpPr>
        <p:spPr>
          <a:xfrm>
            <a:off x="690085" y="7214151"/>
            <a:ext cx="771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4/4</a:t>
            </a:r>
            <a:endParaRPr kumimoji="1" lang="ja-JP" altLang="en-US" sz="2800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DB40D25-EA18-96B3-B1CD-8C9FE8DCFF40}"/>
              </a:ext>
            </a:extLst>
          </p:cNvPr>
          <p:cNvSpPr/>
          <p:nvPr/>
        </p:nvSpPr>
        <p:spPr>
          <a:xfrm>
            <a:off x="1080609" y="6925814"/>
            <a:ext cx="105855" cy="105855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EDFE395-4F3A-99DE-6243-E3D9407D5142}"/>
              </a:ext>
            </a:extLst>
          </p:cNvPr>
          <p:cNvSpPr/>
          <p:nvPr/>
        </p:nvSpPr>
        <p:spPr>
          <a:xfrm>
            <a:off x="1755231" y="6925814"/>
            <a:ext cx="105855" cy="10585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E5D8FC6A-44A8-47D4-56FC-F6AF31A70486}"/>
              </a:ext>
            </a:extLst>
          </p:cNvPr>
          <p:cNvSpPr/>
          <p:nvPr/>
        </p:nvSpPr>
        <p:spPr>
          <a:xfrm>
            <a:off x="2512149" y="6925814"/>
            <a:ext cx="105855" cy="10585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7279DE3B-1F0A-2DCF-B62B-423E81FD8564}"/>
              </a:ext>
            </a:extLst>
          </p:cNvPr>
          <p:cNvSpPr/>
          <p:nvPr/>
        </p:nvSpPr>
        <p:spPr>
          <a:xfrm>
            <a:off x="3253807" y="6925814"/>
            <a:ext cx="105855" cy="105855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D56647-4CE9-788C-FCFB-00C4AEA27ED7}"/>
              </a:ext>
            </a:extLst>
          </p:cNvPr>
          <p:cNvSpPr txBox="1"/>
          <p:nvPr/>
        </p:nvSpPr>
        <p:spPr>
          <a:xfrm>
            <a:off x="1591909" y="7214151"/>
            <a:ext cx="58055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800" dirty="0"/>
              <a:t>4</a:t>
            </a:r>
            <a:r>
              <a:rPr lang="ja-JP" altLang="en-US" sz="2800" dirty="0"/>
              <a:t>分音符（三連符もできたらいい）</a:t>
            </a:r>
            <a:endParaRPr kumimoji="1" lang="ja-JP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348410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65</Words>
  <Application>Microsoft Office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 S</dc:creator>
  <cp:lastModifiedBy>J S</cp:lastModifiedBy>
  <cp:revision>2</cp:revision>
  <dcterms:created xsi:type="dcterms:W3CDTF">2026-07-11T14:46:46Z</dcterms:created>
  <dcterms:modified xsi:type="dcterms:W3CDTF">2026-07-11T15:54:10Z</dcterms:modified>
</cp:coreProperties>
</file>