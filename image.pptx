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6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617F86-269E-C6EB-5EFD-752FC49F82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675B0B3-161C-C2D1-DC76-A0EAB8D428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en-US" altLang="ja-JP"/>
              <a:t>Click to edit Master subtitle style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6DFB5E-5C86-A60C-0CE4-3CE9793296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35D612-09A2-42FE-A392-9151FE1478CA}" type="datetimeFigureOut">
              <a:rPr kumimoji="1" lang="ja-JP" altLang="en-US" smtClean="0"/>
              <a:t>2026/7/11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DBD6A1-7B1F-7198-F4E1-EC2A5733FE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D0F81B-A978-7534-ECEA-ADE275780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9BE1C-7DEC-4F9A-BDBA-4D1E24C8C37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6490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634DB9-A527-1D19-7ADD-3EABD1A03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81FE81-D67F-44E9-D63F-EC54A881E8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D5722B-4265-8952-304C-9226D010E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35D612-09A2-42FE-A392-9151FE1478CA}" type="datetimeFigureOut">
              <a:rPr kumimoji="1" lang="ja-JP" altLang="en-US" smtClean="0"/>
              <a:t>2026/7/11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FD1819-5912-EC14-D23D-FDE1A4666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D7234D-0979-4D0B-3012-4744AE29B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9BE1C-7DEC-4F9A-BDBA-4D1E24C8C37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878902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1695BE-733C-DB4D-E90E-1B094D2F2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A04ABA-170F-EBBB-FDE7-25C6C1B800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4EBDF1-5A7F-AEA6-6058-E7DCE2F942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35D612-09A2-42FE-A392-9151FE1478CA}" type="datetimeFigureOut">
              <a:rPr kumimoji="1" lang="ja-JP" altLang="en-US" smtClean="0"/>
              <a:t>2026/7/11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F76F72-D8E6-7036-8D2B-C2BA85B25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F567D1-5C75-B8C1-89E1-494ABEE2C7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9BE1C-7DEC-4F9A-BDBA-4D1E24C8C37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8677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095CA6-59AC-BBA2-66DD-EDF8CE4755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9A151C-8E95-2F52-BD7F-4DA37B1CF2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F08B71-2DB7-8FE5-6D63-623B293FED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99F652-E834-19B0-5F6A-7058DC2F8B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35D612-09A2-42FE-A392-9151FE1478CA}" type="datetimeFigureOut">
              <a:rPr kumimoji="1" lang="ja-JP" altLang="en-US" smtClean="0"/>
              <a:t>2026/7/11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01CB0A-96AC-E431-3E30-88262BE74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DF925F-613A-84E6-1C2F-F36A6E81D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9BE1C-7DEC-4F9A-BDBA-4D1E24C8C37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05886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8ABCE7-EA75-768C-2709-33FF49C229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EECEA9-A3C5-3AFA-D296-667187C00B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951BCD-B182-E37C-2D8A-688693A7E0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667F17-E270-DE21-6540-99327C1D70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4095BAC-1199-E5C8-F109-59E4157BF7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B1F4032-1CD3-FC69-546B-3CF38D947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35D612-09A2-42FE-A392-9151FE1478CA}" type="datetimeFigureOut">
              <a:rPr kumimoji="1" lang="ja-JP" altLang="en-US" smtClean="0"/>
              <a:t>2026/7/11</a:t>
            </a:fld>
            <a:endParaRPr kumimoji="1" lang="ja-JP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BC138F5-D174-AE83-B73B-6F6498CAD5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0DA9A6-5C21-067E-BB77-4FCF39E98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9BE1C-7DEC-4F9A-BDBA-4D1E24C8C37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565372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1C1639-8BBC-1C89-237E-0C4AC693D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504B16-5FEE-5BCA-4F0F-0AC4D71B56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35D612-09A2-42FE-A392-9151FE1478CA}" type="datetimeFigureOut">
              <a:rPr kumimoji="1" lang="ja-JP" altLang="en-US" smtClean="0"/>
              <a:t>2026/7/11</a:t>
            </a:fld>
            <a:endParaRPr kumimoji="1" lang="ja-JP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AB9B56-D7FC-6310-8020-53D27513F7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60B879-3268-C26F-94D6-369352B9A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9BE1C-7DEC-4F9A-BDBA-4D1E24C8C37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592128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A7BA9BD-2E24-EE57-BE7F-089584A611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35D612-09A2-42FE-A392-9151FE1478CA}" type="datetimeFigureOut">
              <a:rPr kumimoji="1" lang="ja-JP" altLang="en-US" smtClean="0"/>
              <a:t>2026/7/11</a:t>
            </a:fld>
            <a:endParaRPr kumimoji="1" lang="ja-JP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BF22E0D-CE41-70D8-C51F-C43B313BFD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47358D-F991-7D96-9446-1DE2E9D3F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9BE1C-7DEC-4F9A-BDBA-4D1E24C8C37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53565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9E0A8-08B3-7CB7-9EBD-DE4BAE1CB7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82F050-067A-B3BC-6AD0-CE8974229F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8EC94C-13B5-C3B9-FB56-8AC3FD8158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A0440E-4255-AE80-39B9-B63C786EA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35D612-09A2-42FE-A392-9151FE1478CA}" type="datetimeFigureOut">
              <a:rPr kumimoji="1" lang="ja-JP" altLang="en-US" smtClean="0"/>
              <a:t>2026/7/11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3BFFAC-2B77-C4DB-2D11-4D70D3E9A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AA791C-34E5-8135-E64F-4FA5F0B361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9BE1C-7DEC-4F9A-BDBA-4D1E24C8C37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880452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0B012C-D7BA-E53D-C72A-F66E0152F4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40145A6-3255-4D89-26FE-032912BF15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5BC539-3714-4515-0218-76692534CC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76570C-228C-E49E-8B0C-469B5FEABA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35D612-09A2-42FE-A392-9151FE1478CA}" type="datetimeFigureOut">
              <a:rPr kumimoji="1" lang="ja-JP" altLang="en-US" smtClean="0"/>
              <a:t>2026/7/11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28B190-F9A7-D404-06FA-19A6B690C2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F72FE3-5CD8-2CC7-A735-B857D93EE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9BE1C-7DEC-4F9A-BDBA-4D1E24C8C37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907323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264F5-3894-21A8-9060-8C02B42B90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4857F7E-A71F-8B64-D993-D7D77DA34C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27C10C-9C8B-67FE-623E-C050643A8B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35D612-09A2-42FE-A392-9151FE1478CA}" type="datetimeFigureOut">
              <a:rPr kumimoji="1" lang="ja-JP" altLang="en-US" smtClean="0"/>
              <a:t>2026/7/11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9A51E9-2AD4-3C95-8770-930D8DAEAA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12E9B2-8959-7F7C-FDFB-5655A3E02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9BE1C-7DEC-4F9A-BDBA-4D1E24C8C37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45611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DA929C1-DF26-0A25-1B4E-71D088CE0B2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47B649-82A5-28AD-3808-FC77044A75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A53E66-D81F-4B2F-78A8-4F3DF3650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35D612-09A2-42FE-A392-9151FE1478CA}" type="datetimeFigureOut">
              <a:rPr kumimoji="1" lang="ja-JP" altLang="en-US" smtClean="0"/>
              <a:t>2026/7/11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8987E4-1020-7CA3-2879-57F9177F50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560412-4BA7-A7FD-B907-BE53140177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9BE1C-7DEC-4F9A-BDBA-4D1E24C8C37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248854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580B04F-6714-5518-0E65-83566901D7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7DAB7A-08A9-ECAF-9C82-1802EC80DE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B10659-3A29-9A13-CF59-01FD9ABFE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35D612-09A2-42FE-A392-9151FE1478CA}" type="datetimeFigureOut">
              <a:rPr kumimoji="1" lang="ja-JP" altLang="en-US" smtClean="0"/>
              <a:t>2026/7/11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10882C-E4CD-38AE-3AA6-D7D4E74FCD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69D5FE-B9CF-C01D-3181-8BA001F1DC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09BE1C-7DEC-4F9A-BDBA-4D1E24C8C37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19830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484101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游ゴシック</vt:lpstr>
      <vt:lpstr>游ゴシック Light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 S</dc:creator>
  <cp:lastModifiedBy>J S</cp:lastModifiedBy>
  <cp:revision>1</cp:revision>
  <dcterms:created xsi:type="dcterms:W3CDTF">2026-07-11T14:46:46Z</dcterms:created>
  <dcterms:modified xsi:type="dcterms:W3CDTF">2026-07-11T14:47:05Z</dcterms:modified>
</cp:coreProperties>
</file>